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THE AI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C2FF"/>
                </a:solidFill>
              </a:rPr>
              <a:t>From hypothesis to runnable experiment — in minutes, not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54480"/>
            <a:ext cx="39593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94960" cy="44805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949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Turning a hypothesis into a lab-ready experiment
takes weeks of manual work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Designing protocols from scattered literature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Sourcing reagents with correct catalog numbers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Building realistic budgets + phased timelines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>• Assessing safety, ethics &amp; regulatory requirements</a:t>
            </a:r>
          </a:p>
          <a:p>
            <a:pPr algn="l">
              <a:lnSpc>
                <a:spcPts val="2000"/>
              </a:lnSpc>
            </a:pPr>
            <a:r>
              <a:rPr sz="14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400" b="0" i="1">
                <a:solidFill>
                  <a:srgbClr val="FFD600"/>
                </a:solidFill>
              </a:rPr>
              <a:t>The bottleneck isn't ideas — it's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737360"/>
            <a:ext cx="5349240" cy="4480560"/>
          </a:xfrm>
          <a:prstGeom prst="rect">
            <a:avLst/>
          </a:prstGeom>
          <a:solidFill>
            <a:srgbClr val="08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737360"/>
            <a:ext cx="534924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96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300" b="1" i="0">
                <a:solidFill>
                  <a:srgbClr val="FFFFFF"/>
                </a:solidFill>
              </a:rPr>
              <a:t>3-stage AI pipeline: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00C2FF"/>
                </a:solidFill>
              </a:rPr>
              <a:t>① Input  — any natural-language hypothesis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00C2FF"/>
                </a:solidFill>
              </a:rPr>
              <a:t>② Literature QC  — 6-source search (Semantic Scholar,
   arXiv, PubMed, OpenAlex, protocols.io + Tavily)
   → novelty signal in seconds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00C2FF"/>
                </a:solidFill>
              </a:rPr>
              <a:t>③ Full Experiment Plan  — protocol · materials
   catalog #s · budget · timeline · validation
   safety · risks · assumptions</a:t>
            </a:r>
          </a:p>
          <a:p>
            <a:pPr algn="l">
              <a:lnSpc>
                <a:spcPts val="18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300" b="1" i="1">
                <a:solidFill>
                  <a:srgbClr val="00E596"/>
                </a:solidFill>
              </a:rPr>
              <a:t>Pick it up Monday. Start running Friday.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95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🔍  PLAN CRITIQUE — WE CHECK OUR OWN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3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After every plan is generated, an AI critic scans it for 6 weakness categories:
controls · statistics · sample size · validation · safety · feasibility
Heuristic fallback if AI is unavailable. Rated: weak / needs_work / solid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57784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795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🔁  LEARNING FEEDBACK LOOP (Stretch Goal 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3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Scientist corrects a plan section → system derives a reusable rule + embedding.
Next plan for a similar experiment automatically incorporates those corrections.
Semantic + lexical retrieval: domain, type, tags, cosine similarity.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577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8561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🛡️  USER-SPECIFIC RISK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Hard-blocks: gain-of-function · pathogen synthesis · unapproved human trials.
Soft-flags: animal work · GMOs · controlled substances · biohazards.
Every plan includes PPE requirements, waste handling &amp; expert-review gates.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5577840" cy="24231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57600"/>
            <a:ext cx="557784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8561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📊  COMPOSITE CONFIDENCE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Every plan is scored across 4 dimensions:
evidence quality · supplier completeness · validation completeness · feedback relevance.
Scientists know exactly how much to trust the output before ordering materials.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DID WE FULFIL THE BRIEF?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760720" cy="347472"/>
          </a:xfrm>
          <a:prstGeom prst="rect">
            <a:avLst/>
          </a:prstGeom>
          <a:solidFill>
            <a:srgbClr val="00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577840" cy="347472"/>
          </a:xfrm>
          <a:prstGeom prst="rect">
            <a:avLst/>
          </a:prstGeom>
          <a:solidFill>
            <a:srgbClr val="00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CORE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STRETCH GOAL + BEYOND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17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Natural language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391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039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Literature QC — novelty signal +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609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609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Step-by-step protocol (grounded in research)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826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Reagents with catalog numbers &amp; suppliers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044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9044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Realistic cost breakdown (line items)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262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5262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Phased timeline with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148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148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Validation design — success/failure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6986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7698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Polished end-to-end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417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14173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Feedback loop — corrects future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1664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Stretch goal fully implemented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042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23042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Plan critique — finds own weaknesses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25511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19125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31912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Risk profile per plan + safety hard-blocks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4381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0782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40782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Composite confidence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4325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9651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49651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Evidence drilldown cards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7688" y="52120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✔ Beyond the brief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852159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E0"/>
                </a:solidFill>
              </a:rPr>
              <a:t>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7688" y="585215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Upload own experimental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7688" y="60990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○ Architecture ready — coming soon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