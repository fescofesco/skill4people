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fescofesco/Skill4Peopl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fescofesco/Skill4Peopl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88952" cy="384048"/>
          </a:xfrm>
          <a:prstGeom prst="rect">
            <a:avLst/>
          </a:prstGeom>
          <a:solidFill>
            <a:srgbClr val="05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</a:rPr>
              <a:t>Hack-Nation 5th Global AI Hackathon  ·  HUB-LINZ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</a:rPr>
              <a:t>Skills4People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783080"/>
            <a:ext cx="6336792" cy="50292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828800"/>
            <a:ext cx="63367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C2FF"/>
                </a:solidFill>
              </a:rPr>
              <a:t>The AI Scientist  —  from one-shot tool to experiment platform that learns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450592"/>
            <a:ext cx="48737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3347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2FF"/>
                </a:solidFill>
              </a:rPr>
              <a:t>GF.sh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CD6E0"/>
                </a:solidFill>
              </a:rPr>
              <a:t>Samuel Hajek  ·  Georg Niess  ·  Felix Scope  ·  Johannes Wagner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4069080"/>
            <a:ext cx="5788152" cy="45720"/>
          </a:xfrm>
          <a:prstGeom prst="rect">
            <a:avLst/>
          </a:prstGeom>
          <a:solidFill>
            <a:srgbClr val="22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699BB"/>
                </a:solidFill>
              </a:rPr>
              <a:t>OpenAI GPT-4o  ·  Google Gemini  ·  Claude  ·  Supabase pgvector  ·  Tavily  ·  Next.js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11247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u="sng">
                <a:solidFill>
                  <a:srgbClr val="00C2FF"/>
                </a:solidFill>
                <a:hlinkClick r:id="rId2"/>
              </a:rPr>
              <a:t>🔗  github.com/fescofesco/Skill4People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83480"/>
            <a:ext cx="11247120" cy="137160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</a:rPr>
              <a:t>Science moves at the speed of operations, not ideas.
Every plan saved, every correction made, every document uploaded —
the next plan is better.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THE AI SCIENTIST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00C2FF"/>
                </a:solidFill>
              </a:rPr>
              <a:t>Hypothesis to runnable experiment plan — in minutes, not weeks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554480"/>
            <a:ext cx="39593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5394960" cy="448056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39496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5623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231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Turning a hypothesis into a lab-ready experiment
takes weeks of manual work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Designing protocols from scattered literature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Sourcing reagents with correct catalog numbers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Building realistic budgets + phased timelines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Assessing safety, ethics &amp; regulatory requirements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Applying your lab's own SOPs and prior corrections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900"/>
              </a:lnSpc>
            </a:pPr>
            <a:r>
              <a:rPr sz="1300" b="0" i="1">
                <a:solidFill>
                  <a:srgbClr val="FFD600"/>
                </a:solidFill>
              </a:rPr>
              <a:t>The bottleneck isn't ideas — it's operations.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749039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737360"/>
            <a:ext cx="5349240" cy="4480560"/>
          </a:xfrm>
          <a:prstGeom prst="rect">
            <a:avLst/>
          </a:prstGeom>
          <a:solidFill>
            <a:srgbClr val="08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737360"/>
            <a:ext cx="5349240" cy="7315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85623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E596"/>
                </a:solidFill>
              </a:rPr>
              <a:t>OUR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42316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</a:pPr>
            <a:r>
              <a:rPr sz="1200" b="1" i="0">
                <a:solidFill>
                  <a:srgbClr val="FFFFFF"/>
                </a:solidFill>
              </a:rPr>
              <a:t>An iterative experiment platform: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00C2FF"/>
                </a:solidFill>
              </a:rPr>
              <a:t>① Input  — hypothesis + category + optional
   reference documents (PDF / TXT)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00C2FF"/>
                </a:solidFill>
              </a:rPr>
              <a:t>② Literature QC  — 6-source parallel search
   → novelty signal in seconds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00C2FF"/>
                </a:solidFill>
              </a:rPr>
              <a:t>③ Plan + Critique  — full operational plan,
   then AI audits its own weaknesses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00C2FF"/>
                </a:solidFill>
              </a:rPr>
              <a:t>④ Save → Feedback → Regenerate  — corrections
   stored by scope, applied to every future plan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1" i="1">
                <a:solidFill>
                  <a:srgbClr val="00E596"/>
                </a:solidFill>
              </a:rPr>
              <a:t>The platform gets smarter with every 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WE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0972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5577840" cy="2487168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57784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795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🔍  PLAN CRITIQUE — AI EVALUATES ITS OWN 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55064"/>
            <a:ext cx="53035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After every plan, a second AI pass scans for 6 weakness categories:
missing controls · weak statistics · insufficient sample size
validation gaps · safety oversights · feasibility issues
Rated: weak (critical) · needs_work · solid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51560"/>
            <a:ext cx="5577840" cy="2487168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051560"/>
            <a:ext cx="5577840" cy="73152"/>
          </a:xfrm>
          <a:prstGeom prst="rect">
            <a:avLst/>
          </a:prstGeom>
          <a:solidFill>
            <a:srgbClr val="05C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1795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C48A"/>
                </a:solidFill>
              </a:rPr>
              <a:t>🔁  3-BUCKET FEEDBACK PLATFORM  (Stretch Goal 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55064"/>
            <a:ext cx="53035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Corrections scoped to: Organisation · Category · Experiment
AI auto-classifies each correction into the right bucket.
Stored as Gemini 768-dim vectors in Supabase pgvector (HNSW).
Injected as labelled blocks into every new plan. ~1,600 rules pre-seeded.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03320"/>
            <a:ext cx="5577840" cy="2487168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703320"/>
            <a:ext cx="557784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831335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</a:rPr>
              <a:t>📂  DOCUMENT UPLOAD — YOUR SOPs BECOME PART OF EVERY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06824"/>
            <a:ext cx="53035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Upload PDF, TXT, or MD at organisation-scope or experiment-scope.
Text extracted via pdf-parse (60 KB cap), threaded into plan prompt.
Org documents inject into all plans. Experiment docs inject on branch.
Your lab's protocols, not just the literature.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03320"/>
            <a:ext cx="5577840" cy="2487168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03320"/>
            <a:ext cx="5577840" cy="73152"/>
          </a:xfrm>
          <a:prstGeom prst="rect">
            <a:avLst/>
          </a:prstGeom>
          <a:solidFill>
            <a:srgbClr val="A8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831335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86EFF"/>
                </a:solidFill>
              </a:rPr>
              <a:t>🏛️  EXPERIMENT LIBRARY + ORGANISATION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06824"/>
            <a:ext cx="53035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Named experiments saved and re-opened from a persistent library.
Save without re-running · Regenerate with latest feedback applied.
Category system (cell-biology, diagnostics, …) scopes feedback rules.
Multi-tenant org layer: settings drawer, per-org categories &amp; documents.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WE DID BETTER THAN THE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0972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212080" cy="365760"/>
          </a:xfrm>
          <a:prstGeom prst="rect">
            <a:avLst/>
          </a:prstGeom>
          <a:solidFill>
            <a:srgbClr val="00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960120"/>
            <a:ext cx="6035040" cy="365760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058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D6E0"/>
                </a:solidFill>
              </a:rPr>
              <a:t>BRIEF ASKED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0058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96"/>
                </a:solidFill>
              </a:rPr>
              <a:t>WE DELIVERED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1790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Novelty signal + 1–3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517904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6-source parallel search · domain filtering · Jaccard re-ranking · de-duplication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6252"/>
            <a:ext cx="11430000" cy="5760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11683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Step-by-step protocol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116836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Protocol + AI CRITIC: 6 weakness categories audited after every generation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615184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1576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Materials with catalog numbers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715768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Tavily supplier search + regex extraction of prices, pack sizes, catalog numbers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14116"/>
            <a:ext cx="11430000" cy="5760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1470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Phased timeline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314700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Timeline with decision gates · schedule risks · dependencies per 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13048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91363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[Stretch] Scientist feedback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913632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5C48A"/>
                </a:solidFill>
              </a:rPr>
              <a:t>✔  3-bucket RAG: org / category / experiment scope · Gemini embeddings · Supabase pgvector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411980"/>
            <a:ext cx="11430000" cy="5760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51256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(Not in brief)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512564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Document upload: PDF/TXT/MD · extracted &amp; injected · org-scope + experiment-scope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010912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11149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(Not in brief)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5111496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Persistent experiment library · named plans · Save + Regenerate workflow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609844"/>
            <a:ext cx="11430000" cy="5760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1042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(Not in brief)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710428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Category system + multi-tenant org layer · settings drawer · per-org rules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208776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30936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(Not in brief)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6309360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Multi-model: OpenAI GPT-4o · Google Gemini · Claude — redundancy &amp; best-fit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FEEDBACK MODEL &amp; AI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0972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6400800" cy="448056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6400800" cy="73152"/>
          </a:xfrm>
          <a:prstGeom prst="rect">
            <a:avLst/>
          </a:prstGeom>
          <a:solidFill>
            <a:srgbClr val="05C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C48A"/>
                </a:solidFill>
              </a:rPr>
              <a:t>HOW THE FEEDBACK MODEL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126480" cy="86868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164592" cy="868680"/>
          </a:xfrm>
          <a:prstGeom prst="rect">
            <a:avLst/>
          </a:prstGeom>
          <a:solidFill>
            <a:srgbClr val="05C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C48A"/>
                </a:solidFill>
              </a:rPr>
              <a:t>ORGANISATION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38528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Applies to all plans in the org
e.g. 'Always verify matrix effects for biosensors'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60320"/>
            <a:ext cx="6126480" cy="86868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64592" cy="8686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6334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CATEGORY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26079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Applies to one experiment type
e.g. 'For Cell Biology: include mycoplasma testing'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47872"/>
            <a:ext cx="6126480" cy="86868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164592" cy="86868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2102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00"/>
                </a:solidFill>
              </a:rPr>
              <a:t>EXPERIMENT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13632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Applies when branching from a specific plan
e.g. 'n=4 sufficient for this HeLa line'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553712"/>
            <a:ext cx="6400800" cy="438912"/>
          </a:xfrm>
          <a:prstGeom prst="rect">
            <a:avLst/>
          </a:prstGeom>
          <a:solidFill>
            <a:srgbClr val="06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99432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BBDD"/>
                </a:solidFill>
              </a:rPr>
              <a:t>Gemini 768-dim embeddings · Supabase pgvector HNSW · cosine similarity · match_experiments() RPC · ~1,600 pre-seeded rules · AI auto-classifies bucket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960120"/>
            <a:ext cx="4846320" cy="4480560"/>
          </a:xfrm>
          <a:prstGeom prst="rect">
            <a:avLst/>
          </a:prstGeom>
          <a:solidFill>
            <a:srgbClr val="0F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960120"/>
            <a:ext cx="484632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107899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HOW WE VALIDATE THE 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1517904"/>
            <a:ext cx="4526280" cy="841248"/>
          </a:xfrm>
          <a:prstGeom prst="rect">
            <a:avLst/>
          </a:prstGeom>
          <a:solidFill>
            <a:srgbClr val="0A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86600" y="1517904"/>
            <a:ext cx="452628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160934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Plan Critique (self-audit)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1883664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</a:rPr>
              <a:t>Second AI pass after every generation.
6 categories: controls · statistics · sample size
validation · safety · feasibility
Rated: weak · needs_work · solid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2478024"/>
            <a:ext cx="4526280" cy="841248"/>
          </a:xfrm>
          <a:prstGeom prst="rect">
            <a:avLst/>
          </a:prstGeom>
          <a:solidFill>
            <a:srgbClr val="0A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86600" y="2478024"/>
            <a:ext cx="4526280" cy="54864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256946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Multi-model redundancy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2843784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</a:rPr>
              <a:t>OpenAI GPT-4o · Google Gemini · Claude
Heuristic fallback at every AI call
System is fully functional with no API key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6600" y="3438144"/>
            <a:ext cx="4526280" cy="841248"/>
          </a:xfrm>
          <a:prstGeom prst="rect">
            <a:avLst/>
          </a:prstGeom>
          <a:solidFill>
            <a:srgbClr val="0A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086600" y="3438144"/>
            <a:ext cx="4526280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3529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Composite confidence score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3803904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</a:rPr>
              <a:t>Every plan scored: evidence quality
supplier completeness · validation design
feedback relevance — visible before ordering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86600" y="4398264"/>
            <a:ext cx="4526280" cy="841248"/>
          </a:xfrm>
          <a:prstGeom prst="rect">
            <a:avLst/>
          </a:prstGeom>
          <a:solidFill>
            <a:srgbClr val="0A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86600" y="4398264"/>
            <a:ext cx="4526280" cy="54864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0" y="448970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596"/>
                </a:solidFill>
              </a:rPr>
              <a:t>Literature grounding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764024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</a:rPr>
              <a:t>Plans grounded in 6-source literature QC
Nov­elty classified with confidence score
No hallucinated catalog numbers — Tavily-verified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577840"/>
            <a:ext cx="12188952" cy="1188720"/>
          </a:xfrm>
          <a:prstGeom prst="rect">
            <a:avLst/>
          </a:prstGeom>
          <a:solidFill>
            <a:srgbClr val="05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577840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56509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2FF"/>
                </a:solidFill>
              </a:rPr>
              <a:t>CONTACT US FOR MORE QUESTIONS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59984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Samuel Hajek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62544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samuel.hajek@gmail.com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55848" y="59984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Johannes Wagner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55848" y="62544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johannes.wagner@alumni.tugraz.at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59984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Felix Scope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216" y="62544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scope@tugraz.at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44584" y="59984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Georg Niess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44584" y="62544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georg.niess@tugraz.at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CONTACT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D6E0"/>
                </a:solidFill>
              </a:rPr>
              <a:t>Questions, collaborations, or feedback — we'd love to hear from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1874519"/>
            <a:ext cx="48737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577840" cy="160020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48840"/>
            <a:ext cx="5577840" cy="7315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1343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Samuel Hajek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743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2FF"/>
                </a:solidFill>
              </a:rPr>
              <a:t>Scientist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08152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samuel.hajek@gmail.com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148840"/>
            <a:ext cx="5577840" cy="160020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5577840" cy="7315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31343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Johannes Wagner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743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2FF"/>
                </a:solidFill>
              </a:rPr>
              <a:t>Mechanical 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08152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johannes.wagner@alumni.tugraz.at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5577840" cy="160020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023360"/>
            <a:ext cx="5577840" cy="7315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18795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Felix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6177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2FF"/>
                </a:solidFill>
              </a:rPr>
              <a:t>Computer Scientist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95604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scope@tugraz.at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4023360"/>
            <a:ext cx="5577840" cy="160020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4023360"/>
            <a:ext cx="5577840" cy="7315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8795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Georg Niess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46177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2FF"/>
                </a:solidFill>
              </a:rPr>
              <a:t>Medicine MSc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6248" y="495604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georg.niess@tugraz.at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035040"/>
            <a:ext cx="11247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u="sng">
                <a:solidFill>
                  <a:srgbClr val="00C2FF"/>
                </a:solidFill>
                <a:hlinkClick r:id="rId2"/>
              </a:rPr>
              <a:t>🔗  github.com/fescofesco/Skill4People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