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fescofesco/Skill4Peopl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384048"/>
          </a:xfrm>
          <a:prstGeom prst="rect">
            <a:avLst/>
          </a:prstGeom>
          <a:solidFill>
            <a:srgbClr val="05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Hack-Nation 5th Global AI Hackathon  ·  HUB-LINZ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Skills4People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783080"/>
            <a:ext cx="6336792" cy="50292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6336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C2FF"/>
                </a:solidFill>
              </a:rPr>
              <a:t>The AI Scientist  —  hypothesis to runnable experiment in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450592"/>
            <a:ext cx="48737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FF"/>
                </a:solidFill>
              </a:rPr>
              <a:t>GF.sh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Samuel Hajek  ·  Georg Niess  ·  Felix Scope  ·  Johannes Wagner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069080"/>
            <a:ext cx="5788152" cy="45720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99BB"/>
                </a:solidFill>
              </a:rPr>
              <a:t>Powered by  OpenAI GPT-4o  ·  Google Gemini  ·  Claude  ·  Supabase pgvector  ·  Tavily  ·  Next.js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u="sng">
                <a:solidFill>
                  <a:srgbClr val="00C2FF"/>
                </a:solidFill>
                <a:hlinkClick r:id="rId2"/>
              </a:rPr>
              <a:t>🔗  github.com/fescofesco/Skill4People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Science moves at the speed of operations, not ideas.
We compress weeks of lab-planning into a plan a scientist
can pick up on Monday and start running by Friday.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THE AI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2FF"/>
                </a:solidFill>
              </a:rPr>
              <a:t>From hypothesis to runnable experiment — in minutes, not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54480"/>
            <a:ext cx="39593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44805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Turning a hypothesis into a lab-ready experiment
takes weeks of manual work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Designing protocols from scattered literature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Sourcing reagents with correct catalog numbers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Building realistic budgets + phased timelines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Assessing safety, ethics &amp; regulatory requirements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400" b="0" i="1">
                <a:solidFill>
                  <a:srgbClr val="FFD600"/>
                </a:solidFill>
              </a:rPr>
              <a:t>The bottleneck isn't ideas — it's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37360"/>
            <a:ext cx="5349240" cy="4480560"/>
          </a:xfrm>
          <a:prstGeom prst="rect">
            <a:avLst/>
          </a:prstGeom>
          <a:solidFill>
            <a:srgbClr val="08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737360"/>
            <a:ext cx="53492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96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1" i="0">
                <a:solidFill>
                  <a:srgbClr val="FFFFFF"/>
                </a:solidFill>
              </a:rPr>
              <a:t>3-stage AI pipeline: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① Input  — any natural-language hypothesis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② Literature QC  — 6-source search (Semantic Scholar,
   arXiv, PubMed, OpenAlex, protocols.io + Tavily)
   → novelty signal in seconds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③ Full Experiment Plan  — protocol · materials
   catalog #s · budget · timeline · validation
   safety · risks · assumptions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1" i="1">
                <a:solidFill>
                  <a:srgbClr val="00E596"/>
                </a:solidFill>
              </a:rPr>
              <a:t>Pick it up Monday. Start running Friday.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9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🔍  PLAN CRITIQUE — AI EVALUATES ITS OWN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After every plan, AI scans for 6 critical weakness categories:
missing controls · weak statistics · insufficient sample size
validation gaps · safety oversights · feasibility issues
Rated: weak (critical) · needs_work (warning) · solid (pass)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57784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79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🔁  RAG FEEDBACK LOOP — IT LEARNS  (Stretch Goal 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Scientist corrects a plan → Gemini embeds the correction (768-dim vector)
stored in Supabase pgvector with HNSW index.
Next similar question → match_experiments() retrieves corrections
via cosine similarity → injected as few-shot context into the next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8561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🛡️  USER-SPECIFIC RISK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Hard-blocks: gain-of-function · pathogen synthesis · unapproved human trials.
Soft-flags: animal work · GMOs · controlled substances · biohazards.
Every plan includes PPE requirements, waste handling &amp; expert-review gates.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55778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8561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📊  COMPOSITE CONFIDENCE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Every plan is scored across 4 dimensions:
evidence quality · supplier completeness · validation completeness · feedback relevance.
Scientists know exactly how much to trust the output before ordering materials.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DID WE FULFIL THE BRIEF?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760720" cy="347472"/>
          </a:xfrm>
          <a:prstGeom prst="rect">
            <a:avLst/>
          </a:prstGeom>
          <a:solidFill>
            <a:srgbClr val="00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0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STRETCH GOAL + BEYOND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17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Natural language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Literature QC — novelty signal +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609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60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Step-by-step protocol (grounded in research)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82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Reagents with catalog numbers &amp; suppliers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04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9044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Realistic cost breakdown (line items)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262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26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Phased timeline with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48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148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Validation design — success/failure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98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698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Polished end-to-end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417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1417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Feedback loop — corrects future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Stretch goal fully 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042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3042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Plan critique — finds own weaknesses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25511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91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31912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Risk profile per plan + safety hard-blocks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4381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782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0782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Composite confidence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4325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9651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49651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Evidence drilldown cards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5212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85215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E0"/>
                </a:solidFill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7688" y="585215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Upload own experimental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6099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○ Architecture ready — coming soon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DID BETTER THAN THE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365760"/>
          </a:xfrm>
          <a:prstGeom prst="rect">
            <a:avLst/>
          </a:prstGeom>
          <a:solidFill>
            <a:srgbClr val="0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960120"/>
            <a:ext cx="6035040" cy="36576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BRIEF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0058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WE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Novelty signal + 1–3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508760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6-source search (Scholar · arXiv · PubMed · OpenAlex · protocols.io · Tavily)
Smart domain filtering · re-ranking · de-duplication · coverage diagnostics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Step-by-step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67128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Protocol + AI CRITIC evaluates its own output for 6 weakness categories:
controls · statistics · sample size · validation · safety · feasibility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34056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2549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Materials with catalog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825496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Per-material Tavily search · regex fact extraction from supplier pages
AI price estimation tagged [approx_estimate] — never fabricates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92424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8386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Phased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483864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Timeline with decision gates · schedule risks per phase · dependencies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1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42231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[Stretch] Scientist 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142231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✔  Full RAG pipeline: correction → Gemini 768-dim embedding → Supabase pgvector
   match_experiments() cosine search → few-shot context in next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59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0059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(Not in brief) 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800599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Multi-model: OpenAI GPT-4o · Google Gemini · Claude for redundancy &amp; best-fit tasks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67528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589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(Not in brief)  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458968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User-specific risk profile: hard-blocks · soft-flags · expert-review gates per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25896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11733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(Not in brief)  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6117336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Composite confidence score: evidence quality · supplier completeness
   validation completeness · feedback relevance  →  trust before ordering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684264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775703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(Not in brief) 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775703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Upload own data [coming soon]  —  Supabase schema + embedding store already in 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