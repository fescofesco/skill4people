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fescofesco/Skill4Peopl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88952" cy="384048"/>
          </a:xfrm>
          <a:prstGeom prst="rect">
            <a:avLst/>
          </a:prstGeom>
          <a:solidFill>
            <a:srgbClr val="05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</a:rPr>
              <a:t>Hack-Nation 5th Global AI Hackathon  ·  HUB-LINZ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Skills4People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783080"/>
            <a:ext cx="6336792" cy="50292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828800"/>
            <a:ext cx="6336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C2FF"/>
                </a:solidFill>
              </a:rPr>
              <a:t>The AI Scientist  —  from one-shot tool to experiment platform that learns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450592"/>
            <a:ext cx="48737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3347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2FF"/>
                </a:solidFill>
              </a:rPr>
              <a:t>GF.sh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Samuel Hajek  ·  Georg Niess  ·  Felix Scope  ·  Johannes Wagner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069080"/>
            <a:ext cx="5788152" cy="45720"/>
          </a:xfrm>
          <a:prstGeom prst="rect">
            <a:avLst/>
          </a:prstGeom>
          <a:solidFill>
            <a:srgbClr val="22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699BB"/>
                </a:solidFill>
              </a:rPr>
              <a:t>OpenAI GPT-4o  ·  Google Gemini  ·  Claude  ·  Supabase pgvector  ·  Tavily  ·  Next.js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47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u="sng">
                <a:solidFill>
                  <a:srgbClr val="00C2FF"/>
                </a:solidFill>
                <a:hlinkClick r:id="rId2"/>
              </a:rPr>
              <a:t>🔗  github.com/fescofesco/Skill4People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</a:rPr>
              <a:t>Science moves at the speed of operations, not ideas.
Every plan saved, every correction made, every document uploaded —
the next plan is better.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THE AI 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C2FF"/>
                </a:solidFill>
              </a:rPr>
              <a:t>Hypothesis to runnable experiment plan — in minutes, not weeks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554480"/>
            <a:ext cx="39593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5394960" cy="44805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39496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5623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231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Turning a hypothesis into a lab-ready experiment
takes weeks of manual work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Designing protocols from scattered literature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Sourcing reagents with correct catalog numbers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Building realistic budgets + phased timelines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Assessing safety, ethics &amp; regulatory requirements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>• Applying your lab's own SOPs and prior corrections</a:t>
            </a:r>
          </a:p>
          <a:p>
            <a:pPr algn="l">
              <a:lnSpc>
                <a:spcPts val="19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900"/>
              </a:lnSpc>
            </a:pPr>
            <a:r>
              <a:rPr sz="1300" b="0" i="1">
                <a:solidFill>
                  <a:srgbClr val="FFD600"/>
                </a:solidFill>
              </a:rPr>
              <a:t>The bottleneck isn't ideas — it's operations.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74903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737360"/>
            <a:ext cx="5349240" cy="4480560"/>
          </a:xfrm>
          <a:prstGeom prst="rect">
            <a:avLst/>
          </a:prstGeom>
          <a:solidFill>
            <a:srgbClr val="08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737360"/>
            <a:ext cx="5349240" cy="7315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85623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E596"/>
                </a:solidFill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2316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00"/>
              </a:lnSpc>
            </a:pPr>
            <a:r>
              <a:rPr sz="1200" b="1" i="0">
                <a:solidFill>
                  <a:srgbClr val="FFFFFF"/>
                </a:solidFill>
              </a:rPr>
              <a:t>An iterative experiment platform: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① Input  — hypothesis + category + optional
   reference documents (PDF / TXT)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② Literature QC  — 6-source parallel search
   → novelty signal in seconds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③ Plan + Critique  — full operational plan,
   then AI audits its own weaknesses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00C2FF"/>
                </a:solidFill>
              </a:rPr>
              <a:t>④ Save → Feedback → Regenerate  — corrections
   stored by scope, applied to every future plan</a:t>
            </a:r>
          </a:p>
          <a:p>
            <a:pPr algn="l">
              <a:lnSpc>
                <a:spcPts val="1700"/>
              </a:lnSpc>
            </a:pPr>
            <a:r>
              <a:rPr sz="12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700"/>
              </a:lnSpc>
            </a:pPr>
            <a:r>
              <a:rPr sz="1200" b="1" i="1">
                <a:solidFill>
                  <a:srgbClr val="00E596"/>
                </a:solidFill>
              </a:rPr>
              <a:t>The platform gets smarter with every 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57784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795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🔍  PLAN CRITIQUE — AI EVALUATES ITS OWN 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5506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After every plan, a second AI pass scans for 6 weakness categories:
missing controls · weak statistics · insufficient sample size
validation gaps · safety oversights · feasibility issues
Rated: weak (critical) · needs_work · solid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5156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051560"/>
            <a:ext cx="5577840" cy="73152"/>
          </a:xfrm>
          <a:prstGeom prst="rect">
            <a:avLst/>
          </a:prstGeom>
          <a:solidFill>
            <a:srgbClr val="05C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179576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C48A"/>
                </a:solidFill>
              </a:rPr>
              <a:t>🔁  3-BUCKET FEEDBACK PLATFORM  (Stretch Goal 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5506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Corrections scoped to: Organisation · Category · Experiment
AI auto-classifies each correction into the right bucket.
Stored as Gemini 768-dim vectors in Supabase pgvector (HNSW).
Injected as labelled blocks into every new plan. ~1,600 rules pre-seeded.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0332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703320"/>
            <a:ext cx="557784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31335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600"/>
                </a:solidFill>
              </a:rPr>
              <a:t>📂  DOCUMENT UPLOAD — YOUR SOPs BECOME PART OF EVERY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0682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Upload PDF, TXT, or MD at organisation-scope or experiment-scope.
Text extracted via pdf-parse (60 KB cap), threaded into plan prompt.
Org documents inject into all plans. Experiment docs inject on branch.
Your lab's protocols, not just the literature.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03320"/>
            <a:ext cx="5577840" cy="2487168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5577840" cy="73152"/>
          </a:xfrm>
          <a:prstGeom prst="rect">
            <a:avLst/>
          </a:prstGeom>
          <a:solidFill>
            <a:srgbClr val="A8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831335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6EFF"/>
                </a:solidFill>
              </a:rPr>
              <a:t>🏛️  EXPERIMENT LIBRARY + ORGANISATION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06824"/>
            <a:ext cx="5303520" cy="1755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Named experiments saved and re-opened from a persistent library.
Save without re-running · Regenerate with latest feedback applied.
Category system (cell-biology, diagnostics, …) scopes feedback rules.
Multi-tenant org layer: settings drawer, per-org categories &amp; documents.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WE DID BETTER THAN THE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212080" cy="365760"/>
          </a:xfrm>
          <a:prstGeom prst="rect">
            <a:avLst/>
          </a:prstGeom>
          <a:solidFill>
            <a:srgbClr val="00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960120"/>
            <a:ext cx="6035040" cy="36576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058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D6E0"/>
                </a:solidFill>
              </a:rPr>
              <a:t>BRIEF ASKED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0058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96"/>
                </a:solidFill>
              </a:rPr>
              <a:t>WE DELIVERED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1790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Novelty signal + 1–3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517904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6-source parallel search · domain filtering · Jaccard re-ranking · de-duplication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6252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1683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Step-by-step protocol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116836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Protocol + AI CRITIC: 6 weakness categories audited after every generation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615184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157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Materials with catalog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15768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Tavily supplier search + regex extraction of prices, pack sizes, catalog numbers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14116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1470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Phased 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314700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Timeline with decision gates · schedule risks · dependencies per 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13048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1363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[Stretch] Scientist feedback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913632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C48A"/>
                </a:solidFill>
              </a:rPr>
              <a:t>✔  3-bucket RAG: org / category / experiment scope · Gemini embeddings · Supabase pgvector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411980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51256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512564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Document upload: PDF/TXT/MD · extracted &amp; injected · org-scope + experiment-scope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10912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1149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5111496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Persistent experiment library · named plans · Save + Regenerate workflow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609844"/>
            <a:ext cx="11430000" cy="5760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1042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710428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Category system + multi-tenant org layer · settings drawer · per-org rules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208776"/>
            <a:ext cx="11430000" cy="576072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30936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78899"/>
                </a:solidFill>
              </a:rPr>
              <a:t>(Not in brief)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6309360"/>
            <a:ext cx="6126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Multi-model: OpenAI GPT-4o · Google Gemini · Claude — redundancy &amp; best-fit routing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